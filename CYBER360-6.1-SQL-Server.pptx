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  <p:sldId id="259" r:id="rId4"/>
    <p:sldId id="260" r:id="rId5"/>
    <p:sldId id="261" r:id="rId6"/>
    <p:sldId id="262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A13C3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93" d="100"/>
          <a:sy n="93" d="100"/>
        </p:scale>
        <p:origin x="1272" y="30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microsoft.com/office/2016/11/relationships/changesInfo" Target="changesInfos/changesInfo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Talbert, Matthew" userId="877a4118-3f16-4ac9-a72c-5dd2c7b28c85" providerId="ADAL" clId="{DDBEFE0B-C6CD-4962-AC05-F1FE7E4DE221}"/>
    <pc:docChg chg="undo custSel modSld">
      <pc:chgData name="Talbert, Matthew" userId="877a4118-3f16-4ac9-a72c-5dd2c7b28c85" providerId="ADAL" clId="{DDBEFE0B-C6CD-4962-AC05-F1FE7E4DE221}" dt="2024-11-21T22:11:57.274" v="307" actId="1035"/>
      <pc:docMkLst>
        <pc:docMk/>
      </pc:docMkLst>
      <pc:sldChg chg="modSp mod">
        <pc:chgData name="Talbert, Matthew" userId="877a4118-3f16-4ac9-a72c-5dd2c7b28c85" providerId="ADAL" clId="{DDBEFE0B-C6CD-4962-AC05-F1FE7E4DE221}" dt="2024-11-21T22:10:51.244" v="94" actId="12788"/>
        <pc:sldMkLst>
          <pc:docMk/>
          <pc:sldMk cId="1196559129" sldId="258"/>
        </pc:sldMkLst>
        <pc:spChg chg="mod">
          <ac:chgData name="Talbert, Matthew" userId="877a4118-3f16-4ac9-a72c-5dd2c7b28c85" providerId="ADAL" clId="{DDBEFE0B-C6CD-4962-AC05-F1FE7E4DE221}" dt="2024-11-21T22:10:51.244" v="94" actId="12788"/>
          <ac:spMkLst>
            <pc:docMk/>
            <pc:sldMk cId="1196559129" sldId="258"/>
            <ac:spMk id="2" creationId="{0E6A2DEF-4501-FAEA-A31C-4FDCBD076712}"/>
          </ac:spMkLst>
        </pc:spChg>
        <pc:spChg chg="mod">
          <ac:chgData name="Talbert, Matthew" userId="877a4118-3f16-4ac9-a72c-5dd2c7b28c85" providerId="ADAL" clId="{DDBEFE0B-C6CD-4962-AC05-F1FE7E4DE221}" dt="2024-11-21T22:07:55.586" v="15" actId="20577"/>
          <ac:spMkLst>
            <pc:docMk/>
            <pc:sldMk cId="1196559129" sldId="258"/>
            <ac:spMk id="4" creationId="{5F95AB98-4F6F-01E3-47E3-C88B1F1E9664}"/>
          </ac:spMkLst>
        </pc:spChg>
        <pc:grpChg chg="mod">
          <ac:chgData name="Talbert, Matthew" userId="877a4118-3f16-4ac9-a72c-5dd2c7b28c85" providerId="ADAL" clId="{DDBEFE0B-C6CD-4962-AC05-F1FE7E4DE221}" dt="2024-11-21T22:10:51.244" v="94" actId="12788"/>
          <ac:grpSpMkLst>
            <pc:docMk/>
            <pc:sldMk cId="1196559129" sldId="258"/>
            <ac:grpSpMk id="5" creationId="{A4C6C431-B159-3FFE-4CAB-840F002386F2}"/>
          </ac:grpSpMkLst>
        </pc:grpChg>
      </pc:sldChg>
      <pc:sldChg chg="modSp mod">
        <pc:chgData name="Talbert, Matthew" userId="877a4118-3f16-4ac9-a72c-5dd2c7b28c85" providerId="ADAL" clId="{DDBEFE0B-C6CD-4962-AC05-F1FE7E4DE221}" dt="2024-11-21T22:10:53.164" v="95" actId="12788"/>
        <pc:sldMkLst>
          <pc:docMk/>
          <pc:sldMk cId="2729151594" sldId="259"/>
        </pc:sldMkLst>
        <pc:spChg chg="mod">
          <ac:chgData name="Talbert, Matthew" userId="877a4118-3f16-4ac9-a72c-5dd2c7b28c85" providerId="ADAL" clId="{DDBEFE0B-C6CD-4962-AC05-F1FE7E4DE221}" dt="2024-11-21T22:10:53.164" v="95" actId="12788"/>
          <ac:spMkLst>
            <pc:docMk/>
            <pc:sldMk cId="2729151594" sldId="259"/>
            <ac:spMk id="2" creationId="{0E6A2DEF-4501-FAEA-A31C-4FDCBD076712}"/>
          </ac:spMkLst>
        </pc:spChg>
        <pc:spChg chg="mod">
          <ac:chgData name="Talbert, Matthew" userId="877a4118-3f16-4ac9-a72c-5dd2c7b28c85" providerId="ADAL" clId="{DDBEFE0B-C6CD-4962-AC05-F1FE7E4DE221}" dt="2024-11-21T22:10:53.164" v="95" actId="12788"/>
          <ac:spMkLst>
            <pc:docMk/>
            <pc:sldMk cId="2729151594" sldId="259"/>
            <ac:spMk id="7" creationId="{4247D23F-F3F9-676F-BDEB-E69E1F0AB32C}"/>
          </ac:spMkLst>
        </pc:spChg>
      </pc:sldChg>
      <pc:sldChg chg="modSp mod">
        <pc:chgData name="Talbert, Matthew" userId="877a4118-3f16-4ac9-a72c-5dd2c7b28c85" providerId="ADAL" clId="{DDBEFE0B-C6CD-4962-AC05-F1FE7E4DE221}" dt="2024-11-21T22:11:07.034" v="113" actId="1036"/>
        <pc:sldMkLst>
          <pc:docMk/>
          <pc:sldMk cId="1400208519" sldId="260"/>
        </pc:sldMkLst>
        <pc:spChg chg="mod">
          <ac:chgData name="Talbert, Matthew" userId="877a4118-3f16-4ac9-a72c-5dd2c7b28c85" providerId="ADAL" clId="{DDBEFE0B-C6CD-4962-AC05-F1FE7E4DE221}" dt="2024-11-21T22:11:07.034" v="113" actId="1036"/>
          <ac:spMkLst>
            <pc:docMk/>
            <pc:sldMk cId="1400208519" sldId="260"/>
            <ac:spMk id="2" creationId="{832B45BA-6309-D8F6-D552-10D836B4EB21}"/>
          </ac:spMkLst>
        </pc:spChg>
        <pc:spChg chg="mod">
          <ac:chgData name="Talbert, Matthew" userId="877a4118-3f16-4ac9-a72c-5dd2c7b28c85" providerId="ADAL" clId="{DDBEFE0B-C6CD-4962-AC05-F1FE7E4DE221}" dt="2024-11-21T22:11:04.290" v="104" actId="1036"/>
          <ac:spMkLst>
            <pc:docMk/>
            <pc:sldMk cId="1400208519" sldId="260"/>
            <ac:spMk id="7" creationId="{3CE889EF-4605-DB73-C7B2-D7E3C4957F48}"/>
          </ac:spMkLst>
        </pc:spChg>
      </pc:sldChg>
      <pc:sldChg chg="modSp mod">
        <pc:chgData name="Talbert, Matthew" userId="877a4118-3f16-4ac9-a72c-5dd2c7b28c85" providerId="ADAL" clId="{DDBEFE0B-C6CD-4962-AC05-F1FE7E4DE221}" dt="2024-11-21T22:11:40.633" v="175" actId="1035"/>
        <pc:sldMkLst>
          <pc:docMk/>
          <pc:sldMk cId="1467586035" sldId="261"/>
        </pc:sldMkLst>
        <pc:spChg chg="mod">
          <ac:chgData name="Talbert, Matthew" userId="877a4118-3f16-4ac9-a72c-5dd2c7b28c85" providerId="ADAL" clId="{DDBEFE0B-C6CD-4962-AC05-F1FE7E4DE221}" dt="2024-11-21T22:11:30.914" v="129" actId="1036"/>
          <ac:spMkLst>
            <pc:docMk/>
            <pc:sldMk cId="1467586035" sldId="261"/>
            <ac:spMk id="2" creationId="{F5533765-AE4D-3586-BFF0-C73FF51C6B9B}"/>
          </ac:spMkLst>
        </pc:spChg>
        <pc:spChg chg="mod">
          <ac:chgData name="Talbert, Matthew" userId="877a4118-3f16-4ac9-a72c-5dd2c7b28c85" providerId="ADAL" clId="{DDBEFE0B-C6CD-4962-AC05-F1FE7E4DE221}" dt="2024-11-21T22:11:40.633" v="175" actId="1035"/>
          <ac:spMkLst>
            <pc:docMk/>
            <pc:sldMk cId="1467586035" sldId="261"/>
            <ac:spMk id="7" creationId="{56F98B9D-53CB-0D01-51DD-F6B452AAB6C5}"/>
          </ac:spMkLst>
        </pc:spChg>
      </pc:sldChg>
      <pc:sldChg chg="modSp mod">
        <pc:chgData name="Talbert, Matthew" userId="877a4118-3f16-4ac9-a72c-5dd2c7b28c85" providerId="ADAL" clId="{DDBEFE0B-C6CD-4962-AC05-F1FE7E4DE221}" dt="2024-11-21T22:11:57.274" v="307" actId="1035"/>
        <pc:sldMkLst>
          <pc:docMk/>
          <pc:sldMk cId="3885141102" sldId="262"/>
        </pc:sldMkLst>
        <pc:spChg chg="mod">
          <ac:chgData name="Talbert, Matthew" userId="877a4118-3f16-4ac9-a72c-5dd2c7b28c85" providerId="ADAL" clId="{DDBEFE0B-C6CD-4962-AC05-F1FE7E4DE221}" dt="2024-11-21T22:11:51.474" v="261" actId="1036"/>
          <ac:spMkLst>
            <pc:docMk/>
            <pc:sldMk cId="3885141102" sldId="262"/>
            <ac:spMk id="2" creationId="{31B75992-5098-A283-4925-2CCEBB801DC5}"/>
          </ac:spMkLst>
        </pc:spChg>
        <pc:spChg chg="mod">
          <ac:chgData name="Talbert, Matthew" userId="877a4118-3f16-4ac9-a72c-5dd2c7b28c85" providerId="ADAL" clId="{DDBEFE0B-C6CD-4962-AC05-F1FE7E4DE221}" dt="2024-11-21T22:11:57.274" v="307" actId="1035"/>
          <ac:spMkLst>
            <pc:docMk/>
            <pc:sldMk cId="3885141102" sldId="262"/>
            <ac:spMk id="3" creationId="{B5924E0F-A977-1710-779D-EEB74261AF34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0308990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54579A-6906-4E6D-591C-C727DF0607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2787" y="1498382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C426EAA-227D-5ECA-282E-3A3B3C8AE97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F651069-7D1F-49B9-3F01-D52A9F3A60B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445249"/>
            <a:ext cx="2743200" cy="365125"/>
          </a:xfrm>
          <a:prstGeom prst="rect">
            <a:avLst/>
          </a:prstGeom>
        </p:spPr>
        <p:txBody>
          <a:bodyPr/>
          <a:lstStyle/>
          <a:p>
            <a:fld id="{71087A05-F855-4434-8DDE-39A8542098A6}" type="datetimeFigureOut">
              <a:rPr lang="en-US" smtClean="0"/>
              <a:t>2/5/2026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756067D-C727-84C7-612B-F665F36170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3C64F88-1C59-3F79-931F-4F91F22F14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6C0014F0-3D1D-4459-A530-32E6C19AE46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237244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E67B73-4EBE-86E7-DEDC-379A7358D7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9DC486F-4B2F-BAA7-822D-AF77A301C3E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C1AB7C3-5E85-3B9F-4177-A1AF2AB486D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445249"/>
            <a:ext cx="2743200" cy="365125"/>
          </a:xfrm>
          <a:prstGeom prst="rect">
            <a:avLst/>
          </a:prstGeom>
        </p:spPr>
        <p:txBody>
          <a:bodyPr/>
          <a:lstStyle/>
          <a:p>
            <a:fld id="{71087A05-F855-4434-8DDE-39A8542098A6}" type="datetimeFigureOut">
              <a:rPr lang="en-US" smtClean="0"/>
              <a:t>2/5/2026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950E3CD-02DB-7A08-79DC-74CA926DE7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8D6A67F-8469-E8AB-D35D-DEC64EA01B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6C0014F0-3D1D-4459-A530-32E6C19AE46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987578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B01EF5-6F0D-8686-CDD5-7DB43C9F61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2787" y="1498382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D595E2-3C65-7E01-6223-574BF8FB811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FDA5243-FD59-824D-9801-C6A7FC40AD3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B0B0631-5586-E8EE-C280-1DC0A64D54C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445249"/>
            <a:ext cx="2743200" cy="365125"/>
          </a:xfrm>
          <a:prstGeom prst="rect">
            <a:avLst/>
          </a:prstGeom>
        </p:spPr>
        <p:txBody>
          <a:bodyPr/>
          <a:lstStyle/>
          <a:p>
            <a:fld id="{71087A05-F855-4434-8DDE-39A8542098A6}" type="datetimeFigureOut">
              <a:rPr lang="en-US" smtClean="0"/>
              <a:t>2/5/2026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C7022BC-4356-2E12-5FFC-95893C9539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F6F0616-5185-D339-BFDE-0E16B99603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6C0014F0-3D1D-4459-A530-32E6C19AE46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714589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ADFFED-E59B-6D4E-6B64-0F5B746DEB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D25BBE6-1C38-6614-EF63-AF608E55C23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639AC2E-A378-9E93-69F7-FF92F43FC3A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57BF240-C80B-E670-B12B-8BCBA850E04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AB0FB7E-A75F-AB8B-3217-710BBB592FB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BAC691C-E8A1-E4A4-391E-3EA19AE5DF7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445249"/>
            <a:ext cx="2743200" cy="365125"/>
          </a:xfrm>
          <a:prstGeom prst="rect">
            <a:avLst/>
          </a:prstGeom>
        </p:spPr>
        <p:txBody>
          <a:bodyPr/>
          <a:lstStyle/>
          <a:p>
            <a:fld id="{71087A05-F855-4434-8DDE-39A8542098A6}" type="datetimeFigureOut">
              <a:rPr lang="en-US" smtClean="0"/>
              <a:t>2/5/2026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5742DC8-1560-8BC0-2128-ACBD572401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89CBA34-0EA5-98FC-EEAA-0C1A44BA1C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6C0014F0-3D1D-4459-A530-32E6C19AE46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95792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1F5818-3C7C-015C-2483-1875C395B0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2787" y="1498382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223477C-97F9-76B1-065E-300F62DDCF9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445249"/>
            <a:ext cx="2743200" cy="365125"/>
          </a:xfrm>
          <a:prstGeom prst="rect">
            <a:avLst/>
          </a:prstGeom>
        </p:spPr>
        <p:txBody>
          <a:bodyPr/>
          <a:lstStyle/>
          <a:p>
            <a:fld id="{71087A05-F855-4434-8DDE-39A8542098A6}" type="datetimeFigureOut">
              <a:rPr lang="en-US" smtClean="0"/>
              <a:t>2/5/2026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25CCAE4-3361-9867-C2CA-9F8A178ED4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42ECABF-B7A6-37FC-1091-0A6AE97D67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6C0014F0-3D1D-4459-A530-32E6C19AE46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756155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2C2A218-2D68-399E-5303-823F32D18A0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445249"/>
            <a:ext cx="2743200" cy="365125"/>
          </a:xfrm>
          <a:prstGeom prst="rect">
            <a:avLst/>
          </a:prstGeom>
        </p:spPr>
        <p:txBody>
          <a:bodyPr/>
          <a:lstStyle/>
          <a:p>
            <a:fld id="{71087A05-F855-4434-8DDE-39A8542098A6}" type="datetimeFigureOut">
              <a:rPr lang="en-US" smtClean="0"/>
              <a:t>2/5/2026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1BB3505-96AE-D8F2-469A-F36E9DD155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7BA2558-EB65-5F2B-4DEB-5E332CDDC5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6C0014F0-3D1D-4459-A530-32E6C19AE46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219132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31290A-4FEE-1487-F6FC-1524812392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FD49862-968E-6027-1E22-A84213937FC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DD75452-B3CD-E4D7-2EEB-4D8E7A55BA4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910F3D6-85F4-16D5-02EC-B52A50D1363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445249"/>
            <a:ext cx="2743200" cy="365125"/>
          </a:xfrm>
          <a:prstGeom prst="rect">
            <a:avLst/>
          </a:prstGeom>
        </p:spPr>
        <p:txBody>
          <a:bodyPr/>
          <a:lstStyle/>
          <a:p>
            <a:fld id="{71087A05-F855-4434-8DDE-39A8542098A6}" type="datetimeFigureOut">
              <a:rPr lang="en-US" smtClean="0"/>
              <a:t>2/5/2026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A7DC6C8-71E8-B7D5-9A82-0FA963F35B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3AEBF5B-81ED-5FC8-76EE-E85F459B2D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6C0014F0-3D1D-4459-A530-32E6C19AE46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017645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0090C6-958A-8F1E-AAA5-6F70ABB1D9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302DF14-CA9B-4C85-16D1-AE914D7EB7E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49386B6-C485-3496-A8CD-9C25B60A425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BD5F565-8080-7E82-246E-1EDDAAC2C23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445249"/>
            <a:ext cx="2743200" cy="365125"/>
          </a:xfrm>
          <a:prstGeom prst="rect">
            <a:avLst/>
          </a:prstGeom>
        </p:spPr>
        <p:txBody>
          <a:bodyPr/>
          <a:lstStyle/>
          <a:p>
            <a:fld id="{71087A05-F855-4434-8DDE-39A8542098A6}" type="datetimeFigureOut">
              <a:rPr lang="en-US" smtClean="0"/>
              <a:t>2/5/2026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9E12A3F-827C-0539-3AFC-062DDE2835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16B4C84-F522-0893-1790-EF8E720A11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6C0014F0-3D1D-4459-A530-32E6C19AE46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623517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992E9E-93C1-7E84-A4D5-EA127AB4BD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2787" y="1498382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BFF1E9B-EE9D-9A7E-EE97-87C838D9BB2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50DA212-C93A-3075-FD32-156F351E64D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445249"/>
            <a:ext cx="2743200" cy="365125"/>
          </a:xfrm>
          <a:prstGeom prst="rect">
            <a:avLst/>
          </a:prstGeom>
        </p:spPr>
        <p:txBody>
          <a:bodyPr/>
          <a:lstStyle/>
          <a:p>
            <a:fld id="{71087A05-F855-4434-8DDE-39A8542098A6}" type="datetimeFigureOut">
              <a:rPr lang="en-US" smtClean="0"/>
              <a:t>2/5/2026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6AA4E94-35D9-7831-A0BB-9A28BFA422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E0B5BE5-01BB-5041-6101-F169276B23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6C0014F0-3D1D-4459-A530-32E6C19AE46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852328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7D370E5-4104-4DF4-CE6F-43777E948DF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  <a:prstGeom prst="rect">
            <a:avLst/>
          </a:prstGeo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CEA6D81-DFD1-D8AC-EC26-DC0557526EE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0E27890-E421-871D-9D4F-F7E5B558B71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445249"/>
            <a:ext cx="2743200" cy="365125"/>
          </a:xfrm>
          <a:prstGeom prst="rect">
            <a:avLst/>
          </a:prstGeom>
        </p:spPr>
        <p:txBody>
          <a:bodyPr/>
          <a:lstStyle/>
          <a:p>
            <a:fld id="{71087A05-F855-4434-8DDE-39A8542098A6}" type="datetimeFigureOut">
              <a:rPr lang="en-US" smtClean="0"/>
              <a:t>2/5/2026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7A93CF4-905B-F31B-69BD-9BEBF9008D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9BD2B1C-442A-F5C9-9AEB-F9DE015866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6C0014F0-3D1D-4459-A530-32E6C19AE46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066665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581941-0C9F-2373-780E-9153E7306EE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C927A9A-3EED-7C12-0FFF-384113480AA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43FE0D7-D5FB-3326-9483-F154950758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1996D4-4A1C-4BBC-AA2B-FD5B7FC395A0}" type="datetime1">
              <a:rPr lang="en-US" smtClean="0"/>
              <a:t>2/5/2026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AEBCD6E-6B69-E7FF-A8EA-F8E294BDA7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F22DB5A-E75D-49DD-123C-37B6BC85E9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6E5E13-EE34-439C-B49B-F0CB75B28E1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682091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Contents slide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9">
            <a:extLst>
              <a:ext uri="{FF2B5EF4-FFF2-40B4-BE49-F238E27FC236}">
                <a16:creationId xmlns:a16="http://schemas.microsoft.com/office/drawing/2014/main" id="{23DE32A5-6181-4C51-AD5C-3F1A448478A1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23529" y="339509"/>
            <a:ext cx="11573197" cy="724247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5400" b="0" baseline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BASIC LAYOUT</a:t>
            </a:r>
          </a:p>
        </p:txBody>
      </p:sp>
    </p:spTree>
    <p:extLst>
      <p:ext uri="{BB962C8B-B14F-4D97-AF65-F5344CB8AC3E}">
        <p14:creationId xmlns:p14="http://schemas.microsoft.com/office/powerpoint/2010/main" val="388361416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1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AEB2CF3C-8982-A5D5-05DB-5BF3F09E24A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2436" y="236453"/>
            <a:ext cx="11767127" cy="787737"/>
          </a:xfrm>
          <a:prstGeom prst="rect">
            <a:avLst/>
          </a:prstGeom>
        </p:spPr>
      </p:pic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DE7FEFD9-5638-352F-A6ED-06F1FDE322D4}"/>
              </a:ext>
            </a:extLst>
          </p:cNvPr>
          <p:cNvCxnSpPr>
            <a:cxnSpLocks/>
          </p:cNvCxnSpPr>
          <p:nvPr userDrawn="1"/>
        </p:nvCxnSpPr>
        <p:spPr>
          <a:xfrm>
            <a:off x="175490" y="1099127"/>
            <a:ext cx="11841020" cy="0"/>
          </a:xfrm>
          <a:prstGeom prst="line">
            <a:avLst/>
          </a:prstGeom>
          <a:ln w="38100">
            <a:solidFill>
              <a:srgbClr val="A13C3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ectangle 10">
            <a:extLst>
              <a:ext uri="{FF2B5EF4-FFF2-40B4-BE49-F238E27FC236}">
                <a16:creationId xmlns:a16="http://schemas.microsoft.com/office/drawing/2014/main" id="{910C5C32-408D-8072-82C8-297384424B54}"/>
              </a:ext>
            </a:extLst>
          </p:cNvPr>
          <p:cNvSpPr/>
          <p:nvPr userDrawn="1"/>
        </p:nvSpPr>
        <p:spPr>
          <a:xfrm>
            <a:off x="175492" y="184727"/>
            <a:ext cx="11841018" cy="6493164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685038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</p:sldLayoutIdLst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EA2649-DC6B-3373-A7E6-7F0E103D8B8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/>
              <a:t>CYBER </a:t>
            </a:r>
            <a:r>
              <a:rPr lang="en-US" dirty="0"/>
              <a:t>360</a:t>
            </a:r>
            <a:r>
              <a:rPr lang="en-US"/>
              <a:t>: </a:t>
            </a:r>
            <a:br>
              <a:rPr lang="en-US"/>
            </a:br>
            <a:r>
              <a:rPr lang="en-US"/>
              <a:t>Advanced </a:t>
            </a:r>
            <a:r>
              <a:rPr lang="en-US" dirty="0"/>
              <a:t>Scripting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EC4D41B-E776-05F2-BE0B-89BB339485AB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6.1: SQL Server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664ABB7-0B55-0242-2E51-B3286EE7B5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6E5E13-EE34-439C-B49B-F0CB75B28E1B}" type="slidenum">
              <a:rPr lang="en-US" smtClean="0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0817574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94FF91-D91E-5A47-D4E9-52360C772D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0E6A2DEF-4501-FAEA-A31C-4FDCBD076712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23528" y="1226027"/>
            <a:ext cx="11573197" cy="724247"/>
          </a:xfrm>
        </p:spPr>
        <p:txBody>
          <a:bodyPr>
            <a:normAutofit/>
          </a:bodyPr>
          <a:lstStyle/>
          <a:p>
            <a:r>
              <a:rPr lang="en-US" sz="4000" dirty="0"/>
              <a:t>Review: CRUD!</a:t>
            </a: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A4C6C431-B159-3FFE-4CAB-840F002386F2}"/>
              </a:ext>
            </a:extLst>
          </p:cNvPr>
          <p:cNvGrpSpPr/>
          <p:nvPr/>
        </p:nvGrpSpPr>
        <p:grpSpPr>
          <a:xfrm>
            <a:off x="1381124" y="2207449"/>
            <a:ext cx="9458004" cy="4062651"/>
            <a:chOff x="1768416" y="1305340"/>
            <a:chExt cx="8778377" cy="4062651"/>
          </a:xfrm>
        </p:grpSpPr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4247D23F-F3F9-676F-BDEB-E69E1F0AB32C}"/>
                </a:ext>
              </a:extLst>
            </p:cNvPr>
            <p:cNvSpPr txBox="1"/>
            <p:nvPr/>
          </p:nvSpPr>
          <p:spPr>
            <a:xfrm>
              <a:off x="1768416" y="1305340"/>
              <a:ext cx="2863970" cy="1477328"/>
            </a:xfrm>
            <a:prstGeom prst="rect">
              <a:avLst/>
            </a:prstGeom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wrap="square" rtlCol="0">
              <a:spAutoFit/>
            </a:bodyPr>
            <a:lstStyle/>
            <a:p>
              <a:r>
                <a:rPr lang="en-US" dirty="0"/>
                <a:t>Elementary data operations: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dirty="0"/>
                <a:t>Create (new data)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dirty="0"/>
                <a:t>Read (examine data)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dirty="0"/>
                <a:t>Update (modify data)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dirty="0"/>
                <a:t>Delete (discard data)</a:t>
              </a:r>
            </a:p>
          </p:txBody>
        </p:sp>
        <p:sp>
          <p:nvSpPr>
            <p:cNvPr id="3" name="TextBox 2">
              <a:extLst>
                <a:ext uri="{FF2B5EF4-FFF2-40B4-BE49-F238E27FC236}">
                  <a16:creationId xmlns:a16="http://schemas.microsoft.com/office/drawing/2014/main" id="{6DB565A6-DDA9-BD81-B7C7-3069323CA90A}"/>
                </a:ext>
              </a:extLst>
            </p:cNvPr>
            <p:cNvSpPr txBox="1"/>
            <p:nvPr/>
          </p:nvSpPr>
          <p:spPr>
            <a:xfrm>
              <a:off x="4632386" y="1305340"/>
              <a:ext cx="5852803" cy="1477328"/>
            </a:xfrm>
            <a:prstGeom prst="rect">
              <a:avLst/>
            </a:prstGeom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wrap="square" rtlCol="0">
              <a:spAutoFit/>
            </a:bodyPr>
            <a:lstStyle/>
            <a:p>
              <a:r>
                <a:rPr lang="en-US" dirty="0"/>
                <a:t>Corresponding SQL (Structured Query Language) commands:</a:t>
              </a:r>
            </a:p>
            <a:p>
              <a:pPr marL="742950" lvl="1" indent="-285750">
                <a:buFont typeface="Arial" panose="020B0604020202020204" pitchFamily="34" charset="0"/>
                <a:buChar char="•"/>
              </a:pPr>
              <a:r>
                <a:rPr lang="en-US" dirty="0"/>
                <a:t>INSERT</a:t>
              </a:r>
            </a:p>
            <a:p>
              <a:pPr marL="742950" lvl="1" indent="-285750">
                <a:buFont typeface="Arial" panose="020B0604020202020204" pitchFamily="34" charset="0"/>
                <a:buChar char="•"/>
              </a:pPr>
              <a:r>
                <a:rPr lang="en-US" dirty="0"/>
                <a:t>SELECT</a:t>
              </a:r>
            </a:p>
            <a:p>
              <a:pPr marL="742950" lvl="1" indent="-285750">
                <a:buFont typeface="Arial" panose="020B0604020202020204" pitchFamily="34" charset="0"/>
                <a:buChar char="•"/>
              </a:pPr>
              <a:r>
                <a:rPr lang="en-US" dirty="0"/>
                <a:t>UPDATE</a:t>
              </a:r>
            </a:p>
            <a:p>
              <a:pPr marL="742950" lvl="1" indent="-285750">
                <a:buFont typeface="Arial" panose="020B0604020202020204" pitchFamily="34" charset="0"/>
                <a:buChar char="•"/>
              </a:pPr>
              <a:r>
                <a:rPr lang="en-US" dirty="0"/>
                <a:t>DELETE</a:t>
              </a:r>
            </a:p>
          </p:txBody>
        </p:sp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5F95AB98-4F6F-01E3-47E3-C88B1F1E9664}"/>
                </a:ext>
              </a:extLst>
            </p:cNvPr>
            <p:cNvSpPr txBox="1"/>
            <p:nvPr/>
          </p:nvSpPr>
          <p:spPr>
            <a:xfrm>
              <a:off x="1768416" y="2782668"/>
              <a:ext cx="8778377" cy="2585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Example SQL statements, for a data table named “ROSTER:”</a:t>
              </a:r>
            </a:p>
            <a:p>
              <a:pPr lvl="1">
                <a:lnSpc>
                  <a:spcPct val="150000"/>
                </a:lnSpc>
              </a:pPr>
              <a:r>
                <a:rPr lang="en-US" dirty="0">
                  <a:latin typeface="Lucida Console" panose="020B0609040504020204" pitchFamily="49" charset="0"/>
                </a:rPr>
                <a:t>INSERT INTO ROSTER (ID, NAME) VALUES (2, 'Robin’);</a:t>
              </a:r>
            </a:p>
            <a:p>
              <a:pPr lvl="1">
                <a:lnSpc>
                  <a:spcPct val="150000"/>
                </a:lnSpc>
              </a:pPr>
              <a:r>
                <a:rPr lang="en-US" dirty="0">
                  <a:latin typeface="Lucida Console" panose="020B0609040504020204" pitchFamily="49" charset="0"/>
                </a:rPr>
                <a:t>SELECT ID, NAME FROM ROSTER WHERE ID = 2;</a:t>
              </a:r>
            </a:p>
            <a:p>
              <a:pPr lvl="1">
                <a:lnSpc>
                  <a:spcPct val="150000"/>
                </a:lnSpc>
              </a:pPr>
              <a:r>
                <a:rPr lang="en-US" dirty="0">
                  <a:latin typeface="Lucida Console" panose="020B0609040504020204" pitchFamily="49" charset="0"/>
                </a:rPr>
                <a:t>UPDATE ROSTER SET NAME = 'Batman' WHERE ID = 2;</a:t>
              </a:r>
            </a:p>
            <a:p>
              <a:pPr lvl="1">
                <a:lnSpc>
                  <a:spcPct val="150000"/>
                </a:lnSpc>
              </a:pPr>
              <a:r>
                <a:rPr lang="en-US" dirty="0">
                  <a:latin typeface="Lucida Console" panose="020B0609040504020204" pitchFamily="49" charset="0"/>
                </a:rPr>
                <a:t>DELETE FROM ROSTER WHERE ID = 2;</a:t>
              </a:r>
              <a:endParaRPr lang="en-US" dirty="0"/>
            </a:p>
            <a:p>
              <a:r>
                <a:rPr lang="en-US" i="1" dirty="0"/>
                <a:t>Note: if any of this is new to you, don’t worry. No prior database experience is necessary to complete the upcoming exercises, and regardless, they won’t be too difficult to figure out.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19655912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94FF91-D91E-5A47-D4E9-52360C772D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0E6A2DEF-4501-FAEA-A31C-4FDCBD076712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23529" y="1231789"/>
            <a:ext cx="11573197" cy="724247"/>
          </a:xfrm>
        </p:spPr>
        <p:txBody>
          <a:bodyPr>
            <a:normAutofit/>
          </a:bodyPr>
          <a:lstStyle/>
          <a:p>
            <a:r>
              <a:rPr lang="en-US" sz="4000" dirty="0"/>
              <a:t>Microsoft SQL Server (MS SQL)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247D23F-F3F9-676F-BDEB-E69E1F0AB32C}"/>
              </a:ext>
            </a:extLst>
          </p:cNvPr>
          <p:cNvSpPr txBox="1"/>
          <p:nvPr/>
        </p:nvSpPr>
        <p:spPr>
          <a:xfrm>
            <a:off x="1720939" y="2369071"/>
            <a:ext cx="8778377" cy="36933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SQL Server is Microsoft’s relational database server product.</a:t>
            </a:r>
          </a:p>
          <a:p>
            <a:endParaRPr lang="en-US" dirty="0"/>
          </a:p>
          <a:p>
            <a:r>
              <a:rPr lang="en-US" dirty="0"/>
              <a:t>There are several editions of MS SQL, including no-cost Express or Developer editions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r>
              <a:rPr lang="en-US" dirty="0"/>
              <a:t>Available for both Windows and Linux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r>
              <a:rPr lang="en-US" dirty="0"/>
              <a:t>Microsoft provides a module named </a:t>
            </a:r>
            <a:r>
              <a:rPr lang="en-US" dirty="0" err="1"/>
              <a:t>SqlSever</a:t>
            </a:r>
            <a:r>
              <a:rPr lang="en-US" dirty="0"/>
              <a:t> in the PowerShell gallery, including: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A </a:t>
            </a:r>
            <a:r>
              <a:rPr lang="en-US" dirty="0" err="1"/>
              <a:t>PSProvider</a:t>
            </a:r>
            <a:r>
              <a:rPr lang="en-US" dirty="0"/>
              <a:t>, SQLSERVER: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Over 200 cmdlets for interacting with and managing SQL Sever instances</a:t>
            </a:r>
          </a:p>
          <a:p>
            <a:endParaRPr lang="en-US" dirty="0"/>
          </a:p>
          <a:p>
            <a:r>
              <a:rPr lang="en-US" dirty="0"/>
              <a:t>https://www.powershellgallery.com/packages/SqlServer/</a:t>
            </a:r>
          </a:p>
          <a:p>
            <a:endParaRPr lang="en-US" dirty="0"/>
          </a:p>
          <a:p>
            <a:r>
              <a:rPr lang="en-US" dirty="0"/>
              <a:t>There are also objects in .NET for operating with SQL Server.</a:t>
            </a:r>
          </a:p>
        </p:txBody>
      </p:sp>
    </p:spTree>
    <p:extLst>
      <p:ext uri="{BB962C8B-B14F-4D97-AF65-F5344CB8AC3E}">
        <p14:creationId xmlns:p14="http://schemas.microsoft.com/office/powerpoint/2010/main" val="272915159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3E960E-CB4B-546E-A457-484A58EB86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832B45BA-6309-D8F6-D552-10D836B4EB2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23529" y="1201978"/>
            <a:ext cx="11573197" cy="724247"/>
          </a:xfrm>
        </p:spPr>
        <p:txBody>
          <a:bodyPr>
            <a:normAutofit/>
          </a:bodyPr>
          <a:lstStyle/>
          <a:p>
            <a:r>
              <a:rPr lang="en-US" sz="4000" dirty="0"/>
              <a:t>Invoke-</a:t>
            </a:r>
            <a:r>
              <a:rPr lang="en-US" sz="4000" dirty="0" err="1"/>
              <a:t>SqlCmd</a:t>
            </a:r>
            <a:endParaRPr lang="en-US" sz="40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CE889EF-4605-DB73-C7B2-D7E3C4957F48}"/>
              </a:ext>
            </a:extLst>
          </p:cNvPr>
          <p:cNvSpPr txBox="1"/>
          <p:nvPr/>
        </p:nvSpPr>
        <p:spPr>
          <a:xfrm>
            <a:off x="762001" y="1834851"/>
            <a:ext cx="10667998" cy="50629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700" dirty="0"/>
              <a:t>The </a:t>
            </a:r>
            <a:r>
              <a:rPr lang="en-US" sz="1700" dirty="0">
                <a:latin typeface="Lucida Console" panose="020B0609040504020204" pitchFamily="49" charset="0"/>
              </a:rPr>
              <a:t>Invoke-</a:t>
            </a:r>
            <a:r>
              <a:rPr lang="en-US" sz="1700" dirty="0" err="1">
                <a:latin typeface="Lucida Console" panose="020B0609040504020204" pitchFamily="49" charset="0"/>
              </a:rPr>
              <a:t>SqlCmd</a:t>
            </a:r>
            <a:r>
              <a:rPr lang="en-US" sz="1700" dirty="0"/>
              <a:t> cmdlet allows you to run a SQL query directly against a SQL Server.</a:t>
            </a:r>
          </a:p>
          <a:p>
            <a:endParaRPr lang="en-US" sz="17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700" dirty="0"/>
              <a:t>Mandatory parameters, depending on the database server and security architecture: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700" dirty="0">
                <a:latin typeface="Lucida Console" panose="020B0609040504020204" pitchFamily="49" charset="0"/>
              </a:rPr>
              <a:t>-</a:t>
            </a:r>
            <a:r>
              <a:rPr lang="en-US" sz="1700" dirty="0" err="1">
                <a:latin typeface="Lucida Console" panose="020B0609040504020204" pitchFamily="49" charset="0"/>
              </a:rPr>
              <a:t>ServerInstance</a:t>
            </a:r>
            <a:r>
              <a:rPr lang="en-US" sz="1700" dirty="0"/>
              <a:t>:    the name of a local server,</a:t>
            </a:r>
            <a:br>
              <a:rPr lang="en-US" sz="1700" dirty="0"/>
            </a:br>
            <a:r>
              <a:rPr lang="en-US" sz="1700" dirty="0"/>
              <a:t>			or the IP address or FQDN of a remote server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700" dirty="0">
                <a:latin typeface="Lucida Console" panose="020B0609040504020204" pitchFamily="49" charset="0"/>
              </a:rPr>
              <a:t>-Database</a:t>
            </a:r>
            <a:r>
              <a:rPr lang="en-US" sz="1700" dirty="0"/>
              <a:t>:    the database instance on the server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700" dirty="0">
                <a:latin typeface="Lucida Console" panose="020B0609040504020204" pitchFamily="49" charset="0"/>
              </a:rPr>
              <a:t>-Query</a:t>
            </a:r>
            <a:r>
              <a:rPr lang="en-US" sz="1700" dirty="0"/>
              <a:t>:    the SQL command-line query to execute on the server.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700" dirty="0"/>
              <a:t> </a:t>
            </a:r>
            <a:r>
              <a:rPr lang="en-US" sz="1700" dirty="0">
                <a:latin typeface="Lucida Console" panose="020B0609040504020204" pitchFamily="49" charset="0"/>
              </a:rPr>
              <a:t>-</a:t>
            </a:r>
            <a:r>
              <a:rPr lang="en-US" sz="1700" dirty="0" err="1">
                <a:latin typeface="Lucida Console" panose="020B0609040504020204" pitchFamily="49" charset="0"/>
              </a:rPr>
              <a:t>TrustServerCertificate</a:t>
            </a:r>
            <a:r>
              <a:rPr lang="en-US" sz="1700" dirty="0">
                <a:latin typeface="Lucida Console" panose="020B0609040504020204" pitchFamily="49" charset="0"/>
              </a:rPr>
              <a:t>:</a:t>
            </a:r>
            <a:r>
              <a:rPr lang="en-US" sz="1700" dirty="0"/>
              <a:t>  implicitly trust the server certificate.</a:t>
            </a:r>
          </a:p>
          <a:p>
            <a:endParaRPr lang="en-US" sz="17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700" dirty="0"/>
              <a:t>Example:</a:t>
            </a:r>
          </a:p>
          <a:p>
            <a:pPr lvl="1"/>
            <a:r>
              <a:rPr lang="en-US" sz="1700" dirty="0">
                <a:latin typeface="Lucida Console" panose="020B0609040504020204" pitchFamily="49" charset="0"/>
              </a:rPr>
              <a:t>Invoke-</a:t>
            </a:r>
            <a:r>
              <a:rPr lang="en-US" sz="1700" dirty="0" err="1">
                <a:latin typeface="Lucida Console" panose="020B0609040504020204" pitchFamily="49" charset="0"/>
              </a:rPr>
              <a:t>SqlCmd</a:t>
            </a:r>
            <a:r>
              <a:rPr lang="en-US" sz="1700" dirty="0">
                <a:latin typeface="Lucida Console" panose="020B0609040504020204" pitchFamily="49" charset="0"/>
              </a:rPr>
              <a:t> –</a:t>
            </a:r>
            <a:r>
              <a:rPr lang="en-US" sz="1700" dirty="0" err="1">
                <a:latin typeface="Lucida Console" panose="020B0609040504020204" pitchFamily="49" charset="0"/>
              </a:rPr>
              <a:t>ServerInstance</a:t>
            </a:r>
            <a:r>
              <a:rPr lang="en-US" sz="1700" dirty="0">
                <a:latin typeface="Lucida Console" panose="020B0609040504020204" pitchFamily="49" charset="0"/>
              </a:rPr>
              <a:t> </a:t>
            </a:r>
            <a:r>
              <a:rPr lang="en-US" sz="1700" dirty="0" err="1">
                <a:latin typeface="Lucida Console" panose="020B0609040504020204" pitchFamily="49" charset="0"/>
              </a:rPr>
              <a:t>sqlexpress</a:t>
            </a:r>
            <a:r>
              <a:rPr lang="en-US" sz="1700" dirty="0">
                <a:latin typeface="Lucida Console" panose="020B0609040504020204" pitchFamily="49" charset="0"/>
              </a:rPr>
              <a:t> –Database lapidary </a:t>
            </a:r>
            <a:br>
              <a:rPr lang="en-US" sz="1700" dirty="0">
                <a:latin typeface="Lucida Console" panose="020B0609040504020204" pitchFamily="49" charset="0"/>
              </a:rPr>
            </a:br>
            <a:r>
              <a:rPr lang="en-US" sz="1700" dirty="0">
                <a:latin typeface="Lucida Console" panose="020B0609040504020204" pitchFamily="49" charset="0"/>
              </a:rPr>
              <a:t>–Query </a:t>
            </a:r>
            <a:r>
              <a:rPr lang="en-US" sz="1700" dirty="0">
                <a:latin typeface="Lucida Console" panose="020B0609040504020204" pitchFamily="49" charset="0"/>
                <a:cs typeface="Cascadia Code" panose="020B0609020000020004" pitchFamily="49" charset="0"/>
              </a:rPr>
              <a:t>'select * from metal'</a:t>
            </a:r>
            <a:r>
              <a:rPr lang="en-US" sz="1700" dirty="0">
                <a:latin typeface="Lucida Console" panose="020B0609040504020204" pitchFamily="49" charset="0"/>
              </a:rPr>
              <a:t> </a:t>
            </a:r>
            <a:endParaRPr lang="en-US" sz="1700" dirty="0"/>
          </a:p>
          <a:p>
            <a:endParaRPr lang="en-US" sz="17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700" dirty="0"/>
              <a:t>For a query that produces a record set, the result is an array containing </a:t>
            </a:r>
            <a:r>
              <a:rPr lang="en-US" sz="1700" dirty="0">
                <a:latin typeface="Lucida Console" panose="020B0609040504020204" pitchFamily="49" charset="0"/>
              </a:rPr>
              <a:t>[</a:t>
            </a:r>
            <a:r>
              <a:rPr lang="en-US" sz="1700" dirty="0" err="1">
                <a:latin typeface="Lucida Console" panose="020B0609040504020204" pitchFamily="49" charset="0"/>
              </a:rPr>
              <a:t>System.Data.DataRow</a:t>
            </a:r>
            <a:r>
              <a:rPr lang="en-US" sz="1700" dirty="0">
                <a:latin typeface="Lucida Console" panose="020B0609040504020204" pitchFamily="49" charset="0"/>
              </a:rPr>
              <a:t>]</a:t>
            </a:r>
            <a:r>
              <a:rPr lang="en-US" sz="1700" dirty="0"/>
              <a:t> objects.</a:t>
            </a:r>
          </a:p>
          <a:p>
            <a:endParaRPr lang="en-US" sz="17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700" dirty="0"/>
              <a:t>By default, uses your current Windows credentials (assuming that’s how the SQL Server is configured to authenticate), but you can also use  </a:t>
            </a:r>
            <a:r>
              <a:rPr lang="en-US" sz="1700" dirty="0">
                <a:latin typeface="Lucida Console" panose="020B0609040504020204" pitchFamily="49" charset="0"/>
              </a:rPr>
              <a:t>–Username</a:t>
            </a:r>
            <a:r>
              <a:rPr lang="en-US" sz="1700" dirty="0"/>
              <a:t>  and  </a:t>
            </a:r>
            <a:r>
              <a:rPr lang="en-US" sz="1700" dirty="0">
                <a:latin typeface="Lucida Console" panose="020B0609040504020204" pitchFamily="49" charset="0"/>
              </a:rPr>
              <a:t>–Password</a:t>
            </a:r>
            <a:r>
              <a:rPr lang="en-US" sz="1700" dirty="0"/>
              <a:t>  parameters to provide an authentication credential.</a:t>
            </a:r>
          </a:p>
          <a:p>
            <a:endParaRPr lang="en-US" sz="1700" dirty="0"/>
          </a:p>
        </p:txBody>
      </p:sp>
    </p:spTree>
    <p:extLst>
      <p:ext uri="{BB962C8B-B14F-4D97-AF65-F5344CB8AC3E}">
        <p14:creationId xmlns:p14="http://schemas.microsoft.com/office/powerpoint/2010/main" val="140020851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2D5E40-2F63-89E6-E525-925055DD2E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F5533765-AE4D-3586-BFF0-C73FF51C6B9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23529" y="1298155"/>
            <a:ext cx="11573197" cy="724247"/>
          </a:xfrm>
        </p:spPr>
        <p:txBody>
          <a:bodyPr>
            <a:normAutofit/>
          </a:bodyPr>
          <a:lstStyle/>
          <a:p>
            <a:r>
              <a:rPr lang="en-US" sz="4000" dirty="0"/>
              <a:t>SQLSERVER: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6F98B9D-53CB-0D01-51DD-F6B452AAB6C5}"/>
              </a:ext>
            </a:extLst>
          </p:cNvPr>
          <p:cNvSpPr txBox="1"/>
          <p:nvPr/>
        </p:nvSpPr>
        <p:spPr>
          <a:xfrm>
            <a:off x="1155059" y="2927277"/>
            <a:ext cx="9881881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The new </a:t>
            </a:r>
            <a:r>
              <a:rPr lang="en-US" dirty="0" err="1"/>
              <a:t>PSProvider</a:t>
            </a:r>
            <a:r>
              <a:rPr lang="en-US" dirty="0"/>
              <a:t> in the </a:t>
            </a:r>
            <a:r>
              <a:rPr lang="en-US" dirty="0" err="1"/>
              <a:t>SqlServer</a:t>
            </a:r>
            <a:r>
              <a:rPr lang="en-US" dirty="0"/>
              <a:t> module provides another </a:t>
            </a:r>
            <a:r>
              <a:rPr lang="en-US" dirty="0" err="1"/>
              <a:t>PSDrive</a:t>
            </a:r>
            <a:r>
              <a:rPr lang="en-US" dirty="0"/>
              <a:t> abstraction.</a:t>
            </a:r>
          </a:p>
          <a:p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You can navigate a database with PowerShell aliases, just like you would a filesystem:</a:t>
            </a:r>
          </a:p>
          <a:p>
            <a:endParaRPr lang="en-US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>
                <a:latin typeface="Lucida Console" panose="020B0609040504020204" pitchFamily="49" charset="0"/>
              </a:rPr>
              <a:t>cd  </a:t>
            </a:r>
            <a:r>
              <a:rPr lang="en-US" dirty="0"/>
              <a:t>(</a:t>
            </a:r>
            <a:r>
              <a:rPr lang="en-US" dirty="0">
                <a:latin typeface="Lucida Console" panose="020B0609040504020204" pitchFamily="49" charset="0"/>
              </a:rPr>
              <a:t>Set-Location</a:t>
            </a:r>
            <a:r>
              <a:rPr lang="en-US" dirty="0"/>
              <a:t>)</a:t>
            </a:r>
          </a:p>
          <a:p>
            <a:endParaRPr lang="en-US" dirty="0">
              <a:latin typeface="Lucida Console" panose="020B0609040504020204" pitchFamily="49" charset="0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>
                <a:latin typeface="Lucida Console" panose="020B0609040504020204" pitchFamily="49" charset="0"/>
              </a:rPr>
              <a:t>ls  </a:t>
            </a:r>
            <a:r>
              <a:rPr lang="en-US" dirty="0"/>
              <a:t>(</a:t>
            </a:r>
            <a:r>
              <a:rPr lang="en-US" dirty="0">
                <a:latin typeface="Lucida Console" panose="020B0609040504020204" pitchFamily="49" charset="0"/>
              </a:rPr>
              <a:t>Get-</a:t>
            </a:r>
            <a:r>
              <a:rPr lang="en-US" dirty="0" err="1">
                <a:latin typeface="Lucida Console" panose="020B0609040504020204" pitchFamily="49" charset="0"/>
              </a:rPr>
              <a:t>Childitem</a:t>
            </a:r>
            <a:r>
              <a:rPr lang="en-US" dirty="0"/>
              <a:t>)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6758603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31B75992-5098-A283-4925-2CCEBB801DC5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23529" y="1292009"/>
            <a:ext cx="11573197" cy="724247"/>
          </a:xfrm>
        </p:spPr>
        <p:txBody>
          <a:bodyPr>
            <a:normAutofit/>
          </a:bodyPr>
          <a:lstStyle/>
          <a:p>
            <a:r>
              <a:rPr lang="en-US" sz="4000" dirty="0"/>
              <a:t>Exercise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5924E0F-A977-1710-779D-EEB74261AF34}"/>
              </a:ext>
            </a:extLst>
          </p:cNvPr>
          <p:cNvSpPr txBox="1"/>
          <p:nvPr/>
        </p:nvSpPr>
        <p:spPr>
          <a:xfrm>
            <a:off x="1260764" y="3455028"/>
            <a:ext cx="9662835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800100" lvl="1" indent="-342900">
              <a:buFont typeface="Arial" panose="020B0604020202020204" pitchFamily="34" charset="0"/>
              <a:buChar char="•"/>
            </a:pPr>
            <a:endParaRPr lang="en-US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A SQL Server instance is prepared for you on one of our lab VMs. You will get to use PowerShell tools to operate it.</a:t>
            </a:r>
          </a:p>
        </p:txBody>
      </p:sp>
    </p:spTree>
    <p:extLst>
      <p:ext uri="{BB962C8B-B14F-4D97-AF65-F5344CB8AC3E}">
        <p14:creationId xmlns:p14="http://schemas.microsoft.com/office/powerpoint/2010/main" val="388514110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Presentation1" id="{DAD0D162-FE0C-45E1-B287-70A400F0FB2D}" vid="{0F85589E-3A92-4CE5-8C4F-6CD4A008415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CYBER 360 PPT Template</Template>
  <TotalTime>149</TotalTime>
  <Words>465</Words>
  <Application>Microsoft Office PowerPoint</Application>
  <PresentationFormat>Widescreen</PresentationFormat>
  <Paragraphs>60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Aptos</vt:lpstr>
      <vt:lpstr>Arial</vt:lpstr>
      <vt:lpstr>Lucida Console</vt:lpstr>
      <vt:lpstr>Office Theme</vt:lpstr>
      <vt:lpstr>CYBER 360:  Advanced Scripting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Talbert, Matthew</dc:creator>
  <cp:lastModifiedBy>Lindstrom, Craig</cp:lastModifiedBy>
  <cp:revision>3</cp:revision>
  <dcterms:created xsi:type="dcterms:W3CDTF">2024-11-19T21:26:04Z</dcterms:created>
  <dcterms:modified xsi:type="dcterms:W3CDTF">2026-02-06T04:42:52Z</dcterms:modified>
</cp:coreProperties>
</file>